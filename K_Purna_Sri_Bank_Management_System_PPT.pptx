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K. Purna Sri</a:t>
            </a:r>
          </a:p>
          <a:p>
            <a:r>
              <a:t>Roll No: 25A31A4377</a:t>
            </a:r>
          </a:p>
          <a:p>
            <a:r>
              <a:t>College: Pragati Engineering College</a:t>
            </a:r>
          </a:p>
          <a:p>
            <a:r>
              <a:t>Branch: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Management System is used to manage customer accounts, deposits, withdrawals, and balance inquiries.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accounts</a:t>
            </a:r>
          </a:p>
          <a:p>
            <a:r>
              <a:t>• Deposit money</a:t>
            </a:r>
          </a:p>
          <a:p>
            <a:r>
              <a:t>• Withdraw money</a:t>
            </a:r>
          </a:p>
          <a:p>
            <a:r>
              <a:t>• Check balance</a:t>
            </a:r>
          </a:p>
          <a:p>
            <a:r>
              <a:t>• Manage customer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Account Creation</a:t>
            </a:r>
          </a:p>
          <a:p>
            <a:r>
              <a:t>• Deposit</a:t>
            </a:r>
          </a:p>
          <a:p>
            <a:r>
              <a:t>• Withdrawal</a:t>
            </a:r>
          </a:p>
          <a:p>
            <a:r>
              <a:t>• Balance Check</a:t>
            </a:r>
          </a:p>
          <a:p>
            <a:r>
              <a:t>• Account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Programming Language</a:t>
            </a:r>
          </a:p>
          <a:p>
            <a:r>
              <a:t>• Structures</a:t>
            </a:r>
          </a:p>
          <a:p>
            <a:r>
              <a:t>• Functions</a:t>
            </a:r>
          </a:p>
          <a:p>
            <a:r>
              <a:t>• Arrays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the use of C programming concepts to build a simple banking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